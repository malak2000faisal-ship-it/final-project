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5DCED-4818-4137-81A7-0AD2FDC57CC3}" type="datetimeFigureOut">
              <a:rPr lang="en-US" smtClean="0"/>
              <a:t>08-Feb-26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16D24-2DE4-420B-BBA8-FB2CF8151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2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16D24-2DE4-420B-BBA8-FB2CF8151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4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9E8D-39E2-3BE4-DB2B-EC6FDD5A1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A3CCB-C90E-7706-94DE-1B8237EC5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F96A5-4D22-21B6-DCC3-37B9CC35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075AD-D221-420F-41DB-C33FD6EC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2A5F6-EDDB-4A61-6227-7F276584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8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64BC-D0DE-D11B-DB3B-1E116903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063F-4814-C4D6-8FA0-D0F834288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23E31-66B2-35A1-566E-3EA1764F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DBB56-7495-C193-B864-B0FD7BC0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62200-1201-343A-6288-AD586AE8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D905-ED3F-F77E-3457-D18D8DF45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CA528-6F1E-3661-1BF6-E30C882B2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40FA-4510-827D-61EA-BB88C660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1298-092D-B7D7-FED3-799763CA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04864-9244-A7DC-7030-CC42B681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4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00EC-60FB-F241-3412-E67BD14F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50A1-261A-C20A-838F-B170C894C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51E0A-0EE8-73D7-8A70-F1732EAD3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04A09-7358-046E-E2A3-52A490C7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B7CD4-CAC7-5386-915D-482EBE07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C72E5-B94F-8385-D036-41D133B0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4C82-732B-BF9D-B3F0-41A76409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EA8B-31B0-2E19-E89C-7036855A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CC7A6-002A-69BA-29B4-6A429D711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E618F-CCAB-92D2-8B46-EF78C46CB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65FD2-55B7-A147-7241-370EB7554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8FD1D-5020-CC6F-50E2-49FA5040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FAB4A-425E-CA41-4A5C-39A0FD6A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28BE8-9F83-DF8A-8A29-D46EE195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2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8ADB-798D-3BBB-835E-5D0A5037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BBAA2A-1CFF-DD4E-A196-0E6BD322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51969-0D5A-D43A-EE90-1B82B6A0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1087A-C2C2-3D0D-AD3A-E5766BBF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0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C0FCB-15AE-143C-5A41-6DA5205C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5355A-D973-D1D4-F8BB-D7BBC117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0572E-A695-17C8-1410-D77E45D7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E5C4-619D-8A8D-AAB3-C4B8DBCAC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777D-1A3E-8F12-05D1-B95404B4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6209E-6AD2-0275-B734-11589DE4B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F3B0-6E47-E22D-E789-F63C5366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24D31-4CB3-A892-19EF-F13B5566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9C70-CD50-3256-5AAA-7D77EAAF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4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49D1-614C-8522-06D7-F36566C8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F531E-637F-9669-FE24-14470A269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945D2-2AE5-82AC-4E75-54BCD3BB5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8F1EE-D1F9-476E-E9B7-656DBF0F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52CBC-99F8-235C-92DB-169BC03E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69E14-6F9D-8DA9-8F92-48BB1B32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3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8DFD-CF7B-D609-2F90-E632E3EB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B1CF7-832C-5D33-2DBE-72D278B46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362A7-A8AA-DD7D-364E-79D34C03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6B0B8-9674-D8E2-3D2F-D2546F23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08A59-2C09-3862-FFEE-D71ED763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445FD-CF6E-B92C-DA9A-7696499EA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4A59B-E0F2-FFC9-71E3-F176C8C72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26B6-8E0C-C17A-CDA5-C50A5F59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8A94B-15CA-0723-0671-02B4E7E3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985F-B4FF-1F82-F9B2-DBCB2769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B3459-D780-12A9-97AE-F8827992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7A730-6C73-FB61-93D8-FFC70F183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70CA5-FB58-9BC6-7D7B-4F7E254DB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BFC65-87A1-4DF2-BB23-5A0AE5F2E571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6E85D-4BA1-9788-538F-336339584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DF00-AF54-C046-175F-36F9B1987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9B4BD-8269-46A0-A229-95176D76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clipart.org/detail/527/gerald_g_man_face_6_-_world_labe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527/gerald_g_man_face_6_-_world_labe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clipart.org/detail/298870/school-colour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527/gerald_g_man_face_6_-_world_labe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localhost:8505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clipart.org/detail/527/gerald_g_man_face_6_-_world_label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clipart.org/detail/527/gerald_g_man_face_6_-_world_labe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D5B59F1-1D6A-297F-39BC-8F80CCF63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793155" y="239486"/>
            <a:ext cx="6294555" cy="6406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271922-78E6-1B54-60F3-F6E791B40ECD}"/>
              </a:ext>
            </a:extLst>
          </p:cNvPr>
          <p:cNvSpPr txBox="1"/>
          <p:nvPr/>
        </p:nvSpPr>
        <p:spPr>
          <a:xfrm rot="19554019">
            <a:off x="45537" y="881582"/>
            <a:ext cx="54781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Meet Ahmed</a:t>
            </a:r>
            <a:endParaRPr lang="en-US" sz="4400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9E1D-7A0A-37E8-BE01-470CBDFA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Ahmed studied abroad for years. When he came back to Bahrain to start his business, he had a problem: he struggled to write catchy social media captions in our local dialect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FAB119-D761-48A3-0CC6-726B41CE7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1103" y="2337255"/>
            <a:ext cx="3091411" cy="31491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D32097-2D5E-2308-52F6-F61A133E4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34632" y="2156500"/>
            <a:ext cx="3628856" cy="298927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E458B2C-CEEF-8FBB-AC92-3D7DC2286BE4}"/>
              </a:ext>
            </a:extLst>
          </p:cNvPr>
          <p:cNvGrpSpPr/>
          <p:nvPr/>
        </p:nvGrpSpPr>
        <p:grpSpPr>
          <a:xfrm>
            <a:off x="8965344" y="3037114"/>
            <a:ext cx="2649714" cy="2155372"/>
            <a:chOff x="8965344" y="3037114"/>
            <a:chExt cx="2649714" cy="21553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8942C2-30EE-1C74-B323-BA52BE4CF073}"/>
                </a:ext>
              </a:extLst>
            </p:cNvPr>
            <p:cNvSpPr/>
            <p:nvPr/>
          </p:nvSpPr>
          <p:spPr>
            <a:xfrm>
              <a:off x="8965344" y="3331029"/>
              <a:ext cx="2649714" cy="14465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ar-BH" sz="8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عربي</a:t>
              </a:r>
              <a:endParaRPr lang="en-US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id="{0DCE23FF-86C1-CA01-1096-B3C1362F8AD3}"/>
                </a:ext>
              </a:extLst>
            </p:cNvPr>
            <p:cNvSpPr/>
            <p:nvPr/>
          </p:nvSpPr>
          <p:spPr>
            <a:xfrm>
              <a:off x="9389887" y="3037114"/>
              <a:ext cx="1931256" cy="2155372"/>
            </a:xfrm>
            <a:prstGeom prst="mathMultiply">
              <a:avLst>
                <a:gd name="adj1" fmla="val 3792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38378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BA2EF0-A5FB-24F0-1187-3EDDF956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3" y="413146"/>
            <a:ext cx="8425543" cy="2364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BAC1C-D44A-9216-8A20-A98F9156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702" y="2860501"/>
            <a:ext cx="7956224" cy="3352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878AE8-9827-0DB0-9E10-49C9C909CA8F}"/>
              </a:ext>
            </a:extLst>
          </p:cNvPr>
          <p:cNvSpPr txBox="1"/>
          <p:nvPr/>
        </p:nvSpPr>
        <p:spPr>
          <a:xfrm>
            <a:off x="522513" y="3259331"/>
            <a:ext cx="39841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He tried to use standard AI tools like ChatGPT, but the results were very boring and too formal. It sounded like a school textbook, not like a local brand. Ahmed needed something that speaks 'Bahraini' to win the hearts of his customers.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33DDDE-F8B9-A547-41B4-E3D517C437F6}"/>
              </a:ext>
            </a:extLst>
          </p:cNvPr>
          <p:cNvSpPr/>
          <p:nvPr/>
        </p:nvSpPr>
        <p:spPr>
          <a:xfrm>
            <a:off x="4637314" y="4495801"/>
            <a:ext cx="478352" cy="4571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3BC6A7-E10D-3324-8B06-A4BFF7F7B39B}"/>
              </a:ext>
            </a:extLst>
          </p:cNvPr>
          <p:cNvSpPr/>
          <p:nvPr/>
        </p:nvSpPr>
        <p:spPr>
          <a:xfrm>
            <a:off x="10036628" y="4495800"/>
            <a:ext cx="478352" cy="4571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E62DCC-E0AF-D4D7-EF23-EA9FEF113E7A}"/>
              </a:ext>
            </a:extLst>
          </p:cNvPr>
          <p:cNvSpPr/>
          <p:nvPr/>
        </p:nvSpPr>
        <p:spPr>
          <a:xfrm>
            <a:off x="4637314" y="4865914"/>
            <a:ext cx="3608306" cy="3156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7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8E28EB-1B9C-046A-82AB-687A8FA7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Plan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C843B-1F58-3EB3-C148-F0F983BC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3" b="2625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CCCE-9E3B-E048-586E-F7A3E45E7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 will take</a:t>
            </a:r>
            <a:r>
              <a:rPr lang="en-US" sz="18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a smart pre-trained model and teach it how we talk in Bahrain. </a:t>
            </a:r>
            <a:r>
              <a:rPr lang="en-US" sz="1800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 will use</a:t>
            </a:r>
            <a:r>
              <a:rPr lang="en-US" sz="18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800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Python</a:t>
            </a:r>
            <a:r>
              <a:rPr lang="en-US" sz="18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to create this 'brain' so it understands.</a:t>
            </a:r>
          </a:p>
        </p:txBody>
      </p:sp>
    </p:spTree>
    <p:extLst>
      <p:ext uri="{BB962C8B-B14F-4D97-AF65-F5344CB8AC3E}">
        <p14:creationId xmlns:p14="http://schemas.microsoft.com/office/powerpoint/2010/main" val="152776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376A-B486-9D58-62E8-810A6B77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4CE3A-0BE5-EC89-AAC8-6BD89B2D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 will start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by collecting real data from where Bahrainis hang out: </a:t>
            </a: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Instagram</a:t>
            </a:r>
            <a:r>
              <a:rPr lang="en-US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,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X , (</a:t>
            </a:r>
            <a:r>
              <a:rPr lang="en-US" b="1" u="sng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Tafash</a:t>
            </a: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Comedy Series)</a:t>
            </a:r>
            <a:endParaRPr lang="ar-BH" b="1" u="sng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endParaRPr lang="ar-BH" b="1" u="sng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How I will store the data?!!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 will save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all the text I find into an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Excel file (CSV)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. This will make it easy for me to organize the data</a:t>
            </a:r>
          </a:p>
        </p:txBody>
      </p:sp>
    </p:spTree>
    <p:extLst>
      <p:ext uri="{BB962C8B-B14F-4D97-AF65-F5344CB8AC3E}">
        <p14:creationId xmlns:p14="http://schemas.microsoft.com/office/powerpoint/2010/main" val="60766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B4F2C-C758-FFF8-4530-DDD7A23C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Prototype Goal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7B15B-5CFB-AF67-86CB-C5D0CB94C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 will build</a:t>
            </a:r>
            <a:r>
              <a:rPr lang="en-US" sz="2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 simple website using </a:t>
            </a:r>
            <a:r>
              <a:rPr lang="en-US" sz="2200" b="1" dirty="0" err="1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Streamlit</a:t>
            </a:r>
            <a:r>
              <a:rPr lang="en-US" sz="2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to show the prototype. The goal is that when Ahmed types a simple idea, the AI gives him a perfect Bahraini caption. This will make the brand feel like a local friend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B5FE3B-4507-8043-D725-198C50A93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22" r="-1" b="132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901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g of Bahrain | Meaning, History &amp; Design | Britannica">
            <a:hlinkClick r:id="rId2"/>
            <a:extLst>
              <a:ext uri="{FF2B5EF4-FFF2-40B4-BE49-F238E27FC236}">
                <a16:creationId xmlns:a16="http://schemas.microsoft.com/office/drawing/2014/main" id="{A4074FC3-D2AF-1FCF-7CF1-FD7B0FB0D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14" y="1295400"/>
            <a:ext cx="6694715" cy="40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EB0012E-152C-1B13-5F8B-EE6079C3A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498" y="1072242"/>
            <a:ext cx="4385039" cy="44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3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5B8A-6DD6-18D3-D33B-11BB4F1F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54239"/>
            <a:ext cx="10515600" cy="1325563"/>
          </a:xfrm>
        </p:spPr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6F8A86-9BA4-E0E3-8A21-535A9C9D50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536017"/>
            <a:ext cx="11658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Scarcity: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Finding a large dataset of authentic Bahraini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slangis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difficult. We plan to address this by scraping local social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Model Tone: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Standard AI often sounds too formal.</a:t>
            </a:r>
          </a:p>
        </p:txBody>
      </p:sp>
    </p:spTree>
    <p:extLst>
      <p:ext uri="{BB962C8B-B14F-4D97-AF65-F5344CB8AC3E}">
        <p14:creationId xmlns:p14="http://schemas.microsoft.com/office/powerpoint/2010/main" val="246400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E1E7-71C6-14B6-D0B4-C188E4536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Experience:</a:t>
            </a:r>
            <a:r>
              <a:rPr lang="en-US" sz="2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Making the AI sound like a </a:t>
            </a:r>
            <a:r>
              <a:rPr lang="en-US" sz="2200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 Bahraini</a:t>
            </a:r>
            <a:r>
              <a:rPr lang="en-US" sz="2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to satisfy local business owners</a:t>
            </a:r>
          </a:p>
        </p:txBody>
      </p:sp>
      <p:pic>
        <p:nvPicPr>
          <p:cNvPr id="3074" name="Picture 2" descr="Premium Vector | Kids drawing Vector illustration of happy successful ...">
            <a:extLst>
              <a:ext uri="{FF2B5EF4-FFF2-40B4-BE49-F238E27FC236}">
                <a16:creationId xmlns:a16="http://schemas.microsoft.com/office/drawing/2014/main" id="{040ECFEE-58EE-6439-3FF0-C479A3EC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E64747A-A8D9-58D5-E6F4-A3E5B6F68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116269" y="3570515"/>
            <a:ext cx="1134654" cy="115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70F2-6566-3009-E5AD-AB0C4AEC9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Steps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978C-DD9C-C824-FCBE-66CD6DC2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Phase:</a:t>
            </a: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Collect and clean Bahraini text from various local sources.</a:t>
            </a:r>
          </a:p>
          <a:p>
            <a:r>
              <a:rPr lang="en-US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Training</a:t>
            </a:r>
            <a:r>
              <a:rPr lang="ar-BH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AI</a:t>
            </a:r>
            <a:endParaRPr lang="en-US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8087</TotalTime>
  <Words>290</Words>
  <Application>Microsoft Office PowerPoint</Application>
  <PresentationFormat>Widescreen</PresentationFormat>
  <Paragraphs>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Office Theme</vt:lpstr>
      <vt:lpstr>PowerPoint Presentation</vt:lpstr>
      <vt:lpstr>Ahmed studied abroad for years. When he came back to Bahrain to start his business, he had a problem: he struggled to write catchy social media captions in our local dialect</vt:lpstr>
      <vt:lpstr>PowerPoint Presentation</vt:lpstr>
      <vt:lpstr>The Plan</vt:lpstr>
      <vt:lpstr>Data Collection</vt:lpstr>
      <vt:lpstr>Prototype Goal</vt:lpstr>
      <vt:lpstr>PowerPoint Presentation</vt:lpstr>
      <vt:lpstr>Challenges</vt:lpstr>
      <vt:lpstr>PowerPoint Presentation</vt:lpstr>
      <vt:lpstr>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Faisal Alqudah</dc:creator>
  <cp:lastModifiedBy>Malak Faisal Alqudah</cp:lastModifiedBy>
  <cp:revision>4</cp:revision>
  <dcterms:created xsi:type="dcterms:W3CDTF">2026-02-03T15:29:12Z</dcterms:created>
  <dcterms:modified xsi:type="dcterms:W3CDTF">2026-02-09T06:16:53Z</dcterms:modified>
</cp:coreProperties>
</file>